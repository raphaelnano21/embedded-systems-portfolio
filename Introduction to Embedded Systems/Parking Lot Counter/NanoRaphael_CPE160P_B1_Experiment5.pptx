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3"/>
  </p:notesMasterIdLst>
  <p:handoutMasterIdLst>
    <p:handoutMasterId r:id="rId14"/>
  </p:handoutMasterIdLst>
  <p:sldIdLst>
    <p:sldId id="881" r:id="rId5"/>
    <p:sldId id="943" r:id="rId6"/>
    <p:sldId id="944" r:id="rId7"/>
    <p:sldId id="945" r:id="rId8"/>
    <p:sldId id="946" r:id="rId9"/>
    <p:sldId id="952" r:id="rId10"/>
    <p:sldId id="953" r:id="rId11"/>
    <p:sldId id="94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71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14/09/2023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530102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Parking Lot Counter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5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CPE160P / B1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Parking Lots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The number of vehicles in modern times increased drastically due to the evolution and development of technology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Need for containment and spaces for vehicles arose as their number increased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Parking lots and parking spaces became a necessity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demonstrate how a parking lot counter works.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 in counting the number of cars entered and exited the parking lot. 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demonstrate how the gate opens (if there is/are available parking slot), and closes if there are no available parking slot. 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what you have learned in Microprocessor and Logic Circuits and Switching Theory.</a:t>
            </a:r>
          </a:p>
          <a:p>
            <a:pPr marL="342900" indent="-342900" algn="just">
              <a:buAutoNum type="arabicPeriod"/>
            </a:pPr>
            <a:endParaRPr lang="en-US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To be able to apply embedded systems in a simple handshaking using Arduino Kit</a:t>
            </a:r>
            <a:endParaRPr lang="en-PH" sz="3600" dirty="0"/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Arduino Kit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Arduino Uno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SG90 Servo Motor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28BYJ-48 Stepper Motor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2 HC-SR04 Ultrasonic Distance Sensor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 1 4-Digit seven segment display</a:t>
            </a:r>
            <a:endParaRPr lang="en-PH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DA582D-2F30-1E33-538E-86C283751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799" y="1354346"/>
            <a:ext cx="5125529" cy="3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Sensors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13" y="2062093"/>
            <a:ext cx="6904903" cy="2733813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There are two pathways: entrance and exit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The sensors determine the entering and exiting of a car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Distance was computed using D = (Speed*Time)/2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Entering pathway: 10; Exiting pathway: 6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spcAft>
                <a:spcPts val="600"/>
              </a:spcAft>
            </a:pPr>
            <a:endParaRPr lang="en-US" dirty="0"/>
          </a:p>
          <a:p>
            <a:pPr algn="just">
              <a:spcAft>
                <a:spcPts val="600"/>
              </a:spcAft>
            </a:pP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7A868-B2BD-5D33-8005-43FD97A2F6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84"/>
          <a:stretch/>
        </p:blipFill>
        <p:spPr>
          <a:xfrm rot="10800000">
            <a:off x="7341078" y="1220768"/>
            <a:ext cx="4092747" cy="2004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023CD-276E-CCD5-DA8D-4603022496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69"/>
          <a:stretch/>
        </p:blipFill>
        <p:spPr>
          <a:xfrm>
            <a:off x="7341078" y="3429000"/>
            <a:ext cx="4093200" cy="22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Motors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863686"/>
            <a:ext cx="6904903" cy="2553039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Motors go up every time the sensor detects an object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Stepper motor is used for the entrance, and servo motor is used for the exit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/>
              <a:t>Fucntions</a:t>
            </a:r>
            <a:r>
              <a:rPr lang="en-US" sz="2400" dirty="0"/>
              <a:t> </a:t>
            </a:r>
            <a:r>
              <a:rPr lang="en-US" sz="2400" dirty="0" err="1"/>
              <a:t>stepUp</a:t>
            </a:r>
            <a:r>
              <a:rPr lang="en-US" sz="2400" dirty="0"/>
              <a:t>(), </a:t>
            </a:r>
            <a:r>
              <a:rPr lang="en-US" sz="2400" dirty="0" err="1"/>
              <a:t>stepDown</a:t>
            </a:r>
            <a:r>
              <a:rPr lang="en-US" sz="2400" dirty="0"/>
              <a:t>(), </a:t>
            </a:r>
            <a:r>
              <a:rPr lang="en-US" sz="2400" dirty="0" err="1"/>
              <a:t>motorUp</a:t>
            </a:r>
            <a:r>
              <a:rPr lang="en-US" sz="2400" dirty="0"/>
              <a:t>(), and </a:t>
            </a:r>
            <a:r>
              <a:rPr lang="en-US" sz="2400" dirty="0" err="1"/>
              <a:t>motorDown</a:t>
            </a:r>
            <a:r>
              <a:rPr lang="en-US" sz="2400" dirty="0"/>
              <a:t>() were used</a:t>
            </a: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7A868-B2BD-5D33-8005-43FD97A2F6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84"/>
          <a:stretch/>
        </p:blipFill>
        <p:spPr>
          <a:xfrm rot="10800000">
            <a:off x="7341078" y="1220768"/>
            <a:ext cx="4092747" cy="2004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023CD-276E-CCD5-DA8D-4603022496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69"/>
          <a:stretch/>
        </p:blipFill>
        <p:spPr>
          <a:xfrm>
            <a:off x="7341078" y="3429000"/>
            <a:ext cx="4093200" cy="22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5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Display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949950"/>
            <a:ext cx="6904903" cy="2958100"/>
          </a:xfrm>
        </p:spPr>
        <p:txBody>
          <a:bodyPr/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400" dirty="0"/>
              <a:t>First two digits are for the occupied slots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Last two digits are for the available slots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If a car enters, occupied slots increase and available slots decrease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 If a car exits, occupied slots decrease and available slots increase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spcAft>
                <a:spcPts val="600"/>
              </a:spcAft>
            </a:pPr>
            <a:endParaRPr lang="en-US" dirty="0"/>
          </a:p>
          <a:p>
            <a:pPr algn="just">
              <a:spcAft>
                <a:spcPts val="600"/>
              </a:spcAft>
            </a:pP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D7A868-B2BD-5D33-8005-43FD97A2F6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84"/>
          <a:stretch/>
        </p:blipFill>
        <p:spPr>
          <a:xfrm rot="10800000">
            <a:off x="7341078" y="1220768"/>
            <a:ext cx="4092747" cy="20049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023CD-276E-CCD5-DA8D-4603022496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69"/>
          <a:stretch/>
        </p:blipFill>
        <p:spPr>
          <a:xfrm>
            <a:off x="7341078" y="3429000"/>
            <a:ext cx="4093200" cy="22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5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506294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Parking lot counter works wherein if a car enters, occupied slots increase and the stepper motor raises the gate, and if a car exits, available slots increase, and the servo motor raises the gate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If ultrasonic distance sensors sense an object within critical distance, the value of the count is being updated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Motors rotate to raise the gate after sensing an object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Series connections, pin configurations, and triggering of sensors prove the application of microprocessors, logic circuits, and switching theory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 Various variables, functions, and calling of functions were employed to develop the parking lot counter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customXml/itemProps2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3333</TotalTime>
  <Words>437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Open Sans</vt:lpstr>
      <vt:lpstr>Segoe UI</vt:lpstr>
      <vt:lpstr>Times New Roman</vt:lpstr>
      <vt:lpstr>Wingdings</vt:lpstr>
      <vt:lpstr>2_Office Theme</vt:lpstr>
      <vt:lpstr>Parking Lot Counter</vt:lpstr>
      <vt:lpstr>Introduction: Parking Lots</vt:lpstr>
      <vt:lpstr>Objectives</vt:lpstr>
      <vt:lpstr>Materials</vt:lpstr>
      <vt:lpstr>Discussion: Sensors</vt:lpstr>
      <vt:lpstr>Discussion: Motors</vt:lpstr>
      <vt:lpstr>Discussion: Display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291</cp:revision>
  <dcterms:created xsi:type="dcterms:W3CDTF">2020-06-10T07:30:38Z</dcterms:created>
  <dcterms:modified xsi:type="dcterms:W3CDTF">2023-09-14T10:41:53Z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