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7"/>
  </p:notesMasterIdLst>
  <p:handoutMasterIdLst>
    <p:handoutMasterId r:id="rId18"/>
  </p:handoutMasterIdLst>
  <p:sldIdLst>
    <p:sldId id="943" r:id="rId5"/>
    <p:sldId id="944" r:id="rId6"/>
    <p:sldId id="945" r:id="rId7"/>
    <p:sldId id="956" r:id="rId8"/>
    <p:sldId id="954" r:id="rId9"/>
    <p:sldId id="960" r:id="rId10"/>
    <p:sldId id="963" r:id="rId11"/>
    <p:sldId id="961" r:id="rId12"/>
    <p:sldId id="964" r:id="rId13"/>
    <p:sldId id="949" r:id="rId14"/>
    <p:sldId id="959" r:id="rId15"/>
    <p:sldId id="9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materials utilized to construct the real-time basketball scoreboard are the Arduino UNO, the 4-digit seven segment display, and 5 switch buttons.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97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0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12/01/2024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123648" cy="512401"/>
          </a:xfrm>
        </p:spPr>
        <p:txBody>
          <a:bodyPr/>
          <a:lstStyle/>
          <a:p>
            <a:r>
              <a:rPr lang="en-US" dirty="0"/>
              <a:t>Introduction: Real-Time Vault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500843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Vault systems are examples of structures that are designed to secure and protect valuable assets and confidential information.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be in a physical form or digital form or an integration of both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Vaults are fortified enclosures with reinforced doors that are protected with an access system, which can be in the form of keypads, biometrics, RFID, and many more. </a:t>
            </a: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demonstrate how a real-time vault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apply what you have learned in logic circuits and switching theory, microprocessors, and CPE160P.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real-time embedded system using Arduino kit.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Arduino Uno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4x4 Matrix Keypad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Liquid Crystal 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Servo Motor</a:t>
            </a:r>
            <a:endParaRPr lang="en-PH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" r="3071"/>
          <a:stretch/>
        </p:blipFill>
        <p:spPr>
          <a:xfrm>
            <a:off x="4930219" y="1503575"/>
            <a:ext cx="6410227" cy="38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Keypad.h</a:t>
            </a: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LiquidCrystal_I2C.h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Servo.h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846E3-AEF8-884E-B2A6-51DF254E3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12" y="2035608"/>
            <a:ext cx="5351082" cy="13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Real-Time Vault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6" y="1186177"/>
            <a:ext cx="6781667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set 6-digit password should be the input of the user in order to open the vault for 20 seconds.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button may also be pressed so that the time would be increased by 10 seconds.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 "Unlocked" and "Incorrect" statuses can be seen, depending on the input of the user.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04AD7-41F1-1920-3AFA-9B38B60F4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82" y="2163451"/>
            <a:ext cx="4487650" cy="253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Real-Time Vault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6249382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user input was made into an array so that the series of numbers will be stored individually and concatenated at the end.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If the data input is already equal with the length of the password, you can no longer input numbers.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BAFACA-5A51-88AB-BF4C-036F13660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5740" y="2131639"/>
            <a:ext cx="4526672" cy="302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Real-Time Vault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58" y="1263193"/>
            <a:ext cx="6249382" cy="444945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"#" symbol will be the ENTER key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Using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strcmp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set password will be compared with the user input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If the result is 0, the vault will be unlocked, so, the lcd prints "Unlocked" and the servo motor moves to angle 0 to open the vault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If the result is not 0, the vault will remain locked.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19FFD-8BB1-3382-0318-CFF98B44F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845" y="1576150"/>
            <a:ext cx="3322608" cy="274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D86EF-C3DC-FA96-473D-A32CE0874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845" y="2435051"/>
            <a:ext cx="3170195" cy="1158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0C88F0-BE0A-B167-92A2-2D4F83324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845" y="3971667"/>
            <a:ext cx="3170195" cy="12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Self-Driving Car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91063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the timer, a while loop was used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counts down and the LCD continues to print the value of the timer and the word unlocked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If the "*" was pressed while counting down, the value of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will be increased by 10 to extend the time that the vault is open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2A202-B6BC-CEB3-35D2-1E34DAC5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614" y="1244339"/>
            <a:ext cx="2262432" cy="414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42095-F290-6945-D167-D5949F6C2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594" y="2170946"/>
            <a:ext cx="3318713" cy="251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Self-Driving Car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91063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All of the characters inside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userIn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array will be removed to reset the program, the value of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will be back to 20 and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dataNum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also set to 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42095-F290-6945-D167-D5949F6C2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614" y="1793875"/>
            <a:ext cx="3033190" cy="30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5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real-time vault system works through: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input of the user in the keypad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comparing of the input and the set password, which can be seen on the LCD, along with the timer and status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opening and closing of the vault by the servo motor</a:t>
            </a: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 synchronizing the keypad with the LCD and servo motor, demonstrating the usage of microprocessors, logic circuits, switching theory, and CPE160P lessons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real-time vault system was successfully built using the Arduino kit, and basic handshaking was shown by having synchronization in the input and output in real time.</a:t>
            </a: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the Experiment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91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4212</TotalTime>
  <Words>598</Words>
  <Application>Microsoft Office PowerPoint</Application>
  <PresentationFormat>Widescreen</PresentationFormat>
  <Paragraphs>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Segoe UI</vt:lpstr>
      <vt:lpstr>Wingdings</vt:lpstr>
      <vt:lpstr>2_Office Theme</vt:lpstr>
      <vt:lpstr>Introduction: Real-Time Vault System</vt:lpstr>
      <vt:lpstr>Objectives</vt:lpstr>
      <vt:lpstr>Materials</vt:lpstr>
      <vt:lpstr>Materials</vt:lpstr>
      <vt:lpstr>Discussion: Real-Time Vault System</vt:lpstr>
      <vt:lpstr>Discussion: Real-Time Vault System</vt:lpstr>
      <vt:lpstr>Discussion: Real-Time Vault System</vt:lpstr>
      <vt:lpstr>Discussion: Self-Driving Car</vt:lpstr>
      <vt:lpstr>Discussion: Self-Driving Car</vt:lpstr>
      <vt:lpstr>Conclusion</vt:lpstr>
      <vt:lpstr>Conclusion</vt:lpstr>
      <vt:lpstr>Creation of the Experiment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325</cp:revision>
  <dcterms:created xsi:type="dcterms:W3CDTF">2020-06-10T07:30:38Z</dcterms:created>
  <dcterms:modified xsi:type="dcterms:W3CDTF">2024-01-12T03:05:35Z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