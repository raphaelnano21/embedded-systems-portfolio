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1"/>
  </p:notesMasterIdLst>
  <p:handoutMasterIdLst>
    <p:handoutMasterId r:id="rId12"/>
  </p:handoutMasterIdLst>
  <p:sldIdLst>
    <p:sldId id="881" r:id="rId5"/>
    <p:sldId id="943" r:id="rId6"/>
    <p:sldId id="944" r:id="rId7"/>
    <p:sldId id="945" r:id="rId8"/>
    <p:sldId id="946" r:id="rId9"/>
    <p:sldId id="94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71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26/08/2023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5676935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Symphony of Lights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1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CPE160P / B1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The "Symphony of Illumination" presents itself as a captivating attestation to the harmonious fusion of technology, ingenuity, and the urban environment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 lnSpcReduction="10000"/>
          </a:bodyPr>
          <a:lstStyle/>
          <a:p>
            <a:pPr marL="342900" indent="-342900" algn="just">
              <a:buAutoNum type="arabicPeriod"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demonstrate the implementation of the Arduino Kit to the Symphony of Lights</a:t>
            </a:r>
          </a:p>
          <a:p>
            <a:pPr marL="0" indent="0" algn="just">
              <a:buNone/>
            </a:pP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2. To display the synchronization of the unique chosen music with the series of LEDs</a:t>
            </a:r>
          </a:p>
          <a:p>
            <a:pPr marL="0" indent="0" algn="just">
              <a:buNone/>
            </a:pP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3. To apply learnings from Microprocessors and Logic Circuits and Switching Theory.</a:t>
            </a:r>
          </a:p>
          <a:p>
            <a:pPr marL="0" indent="0" algn="just">
              <a:buNone/>
            </a:pP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4. To be able to apply an embedded system in a simple handshaking using an Arduino Kit.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Arduino Kit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LEDs 8 or more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4 Switches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Construction of circuit was fairly easy, while the connections were straightforward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 9 pins were used – pins 5 to 13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err="1"/>
              <a:t>digitalWrite</a:t>
            </a:r>
            <a:r>
              <a:rPr lang="en-US" sz="2400" dirty="0"/>
              <a:t> and </a:t>
            </a:r>
            <a:r>
              <a:rPr lang="en-US" sz="2400" dirty="0" err="1"/>
              <a:t>analogWrite</a:t>
            </a:r>
            <a:r>
              <a:rPr lang="en-US" sz="2400" dirty="0"/>
              <a:t> was essential in changing the states of LEDs, switching the LED states to ON or OFF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 Most important element was timing or delay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 The use of rhythm, melodies, and beats caused emergence in possible patterns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 Variance in patterns developed the symphony of lights</a:t>
            </a:r>
          </a:p>
          <a:p>
            <a:pPr algn="just"/>
            <a:endParaRPr lang="en-US" dirty="0"/>
          </a:p>
          <a:p>
            <a:pPr algn="just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6880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Arduino kit was utilized properly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Five (5) songs were synchronized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Lessons from Microprocessors and Logic circuits and Switching theory were applied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Symphony of Lights was successfully created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customXml/itemProps3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3192</TotalTime>
  <Words>238</Words>
  <Application>Microsoft Office PowerPoint</Application>
  <PresentationFormat>Widescreen</PresentationFormat>
  <Paragraphs>34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Open Sans</vt:lpstr>
      <vt:lpstr>Segoe UI</vt:lpstr>
      <vt:lpstr>Times New Roman</vt:lpstr>
      <vt:lpstr>Wingdings</vt:lpstr>
      <vt:lpstr>2_Office Theme</vt:lpstr>
      <vt:lpstr>Symphony of Lights</vt:lpstr>
      <vt:lpstr>Introduction</vt:lpstr>
      <vt:lpstr>Objectives</vt:lpstr>
      <vt:lpstr>Materials</vt:lpstr>
      <vt:lpstr>Discussion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287</cp:revision>
  <dcterms:created xsi:type="dcterms:W3CDTF">2020-06-10T07:30:38Z</dcterms:created>
  <dcterms:modified xsi:type="dcterms:W3CDTF">2023-08-26T15:54:49Z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