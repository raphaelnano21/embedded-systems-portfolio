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21"/>
  </p:notesMasterIdLst>
  <p:handoutMasterIdLst>
    <p:handoutMasterId r:id="rId22"/>
  </p:handoutMasterIdLst>
  <p:sldIdLst>
    <p:sldId id="881" r:id="rId5"/>
    <p:sldId id="943" r:id="rId6"/>
    <p:sldId id="944" r:id="rId7"/>
    <p:sldId id="945" r:id="rId8"/>
    <p:sldId id="956" r:id="rId9"/>
    <p:sldId id="954" r:id="rId10"/>
    <p:sldId id="960" r:id="rId11"/>
    <p:sldId id="967" r:id="rId12"/>
    <p:sldId id="968" r:id="rId13"/>
    <p:sldId id="963" r:id="rId14"/>
    <p:sldId id="961" r:id="rId15"/>
    <p:sldId id="964" r:id="rId16"/>
    <p:sldId id="969" r:id="rId17"/>
    <p:sldId id="966" r:id="rId18"/>
    <p:sldId id="949" r:id="rId19"/>
    <p:sldId id="9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0898" autoAdjust="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2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0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7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07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75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49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3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12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13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42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04/04/2024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812006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6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CPE162P / C1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10213026" cy="512401"/>
          </a:xfrm>
        </p:spPr>
        <p:txBody>
          <a:bodyPr/>
          <a:lstStyle/>
          <a:p>
            <a:r>
              <a:rPr lang="en-US" dirty="0"/>
              <a:t>Introduction: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Buildings utilize several components in accommodating the people that use rooms and the lights within those rooms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Managing in controlling the energy being used by the occupants or users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Several IoT-based systems are being developed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light bulbs only turn on when people are present within a room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system is only activated if the people inside reach a certain minimum or limit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demonstrate how an IoT based Building system works.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apply what were learned in logic circuits and switching theory, microprocessors, CPE160P, and CPE161P.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apply embedded systems with IoT using Arduino kit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use </a:t>
            </a:r>
            <a:r>
              <a:rPr lang="en-US" sz="2400" dirty="0" err="1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for the data collection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endParaRPr lang="en-PH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PH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ESP8266 </a:t>
            </a:r>
            <a:r>
              <a:rPr lang="en-PH" dirty="0" err="1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PH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2 HC-SR04 Ultrasonic Distance Sensors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Liquid Crystal Display with I2C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LEDs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9FF89-F6DC-4C55-DCFE-F7F69C1D0B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3" r="15980"/>
          <a:stretch/>
        </p:blipFill>
        <p:spPr>
          <a:xfrm>
            <a:off x="6281755" y="1474348"/>
            <a:ext cx="5612091" cy="390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Software Libraries</a:t>
            </a:r>
          </a:p>
          <a:p>
            <a:pPr marL="0" indent="0">
              <a:buNone/>
            </a:pPr>
            <a:endParaRPr lang="en-PH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ESP8266WiFi.h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</a:rPr>
              <a:t> </a:t>
            </a:r>
            <a:r>
              <a:rPr lang="en-PH" dirty="0" err="1">
                <a:solidFill>
                  <a:srgbClr val="262626"/>
                </a:solidFill>
                <a:latin typeface="+mj-lt"/>
              </a:rPr>
              <a:t>ThingSpeak.h</a:t>
            </a:r>
            <a:endParaRPr lang="en-PH" dirty="0">
              <a:solidFill>
                <a:srgbClr val="262626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dirty="0">
                <a:solidFill>
                  <a:srgbClr val="262626"/>
                </a:solidFill>
                <a:latin typeface="+mj-lt"/>
              </a:rPr>
              <a:t> LiquidCrystal_I2C.h</a:t>
            </a:r>
            <a:endParaRPr lang="en-PH" sz="3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6C0AC-135B-202E-C196-F158D6B80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1965" y="2624861"/>
            <a:ext cx="5200371" cy="160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Water Monitoring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186177"/>
            <a:ext cx="6225486" cy="5085227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Main Objectives: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control the light usage in a specific meeting room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lights will be lit up with increasing intensity based on the number of people that entered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displays the number of occupants in a specific time and the status of light if it is ON or OFF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AFEDB3-E364-9559-9825-C5D1474FAD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79"/>
          <a:stretch/>
        </p:blipFill>
        <p:spPr>
          <a:xfrm>
            <a:off x="7852528" y="3337398"/>
            <a:ext cx="2846894" cy="27077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6511B5-E37B-C0E6-E056-E94B82396E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96"/>
          <a:stretch/>
        </p:blipFill>
        <p:spPr>
          <a:xfrm>
            <a:off x="7250394" y="1040140"/>
            <a:ext cx="4051163" cy="26970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93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065229"/>
            <a:ext cx="5999243" cy="5156462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Primary Features</a:t>
            </a:r>
          </a:p>
          <a:p>
            <a:pPr marL="914400" lvl="1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Detection of Ultrasonic Distance Sensor</a:t>
            </a:r>
          </a:p>
          <a:p>
            <a:pPr marL="914400" lvl="1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Displaying of LCD</a:t>
            </a:r>
          </a:p>
          <a:p>
            <a:pPr marL="914400" lvl="1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Lighting up of LEDs</a:t>
            </a:r>
          </a:p>
          <a:p>
            <a:pPr marL="914400" lvl="1" indent="-457200" algn="just">
              <a:spcAft>
                <a:spcPts val="600"/>
              </a:spcAft>
              <a:buFont typeface="+mj-lt"/>
              <a:buAutoNum type="arabicPeriod"/>
            </a:pP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Ultrasonic Distance Sensors Function: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1 for entry, 1 for exit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pins assigned to each TRIG will be set to HIGH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pulse will be received by the ECHO pins</a:t>
            </a:r>
          </a:p>
          <a:p>
            <a:pPr marL="457200" indent="-457200" algn="just">
              <a:spcAft>
                <a:spcPts val="600"/>
              </a:spcAft>
              <a:buFont typeface="+mj-lt"/>
              <a:buAutoNum type="arabicPeriod"/>
            </a:pP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648AB-CF50-5AD8-9352-760E4FC74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678" y="1065229"/>
            <a:ext cx="3676454" cy="2521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FECF1E-A7E1-3940-75C8-BEA1AADFC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093" y="3513788"/>
            <a:ext cx="360431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809945"/>
            <a:ext cx="5999243" cy="4411745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LCD Function: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Display the number of occupants in the building or room using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lcd.print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()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max occupancy and current number of occupants are continuously displayed in the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ECF1E-A7E1-3940-75C8-BEA1AADFC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8681" y="2553718"/>
            <a:ext cx="4230533" cy="175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4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809945"/>
            <a:ext cx="5999243" cy="4411745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LEDs Function: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No People: All are OFF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1-4: 3 Green LEDs are 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5-8: 3 Yellow LEDs are 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9/Max: 3 Red LEDs are 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1D5D1-F74E-8B61-7E54-497EA2802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382" y="1232863"/>
            <a:ext cx="4863210" cy="470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9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423449"/>
            <a:ext cx="6131219" cy="4421170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same code was utilized in establishing the Wi-Fi connection. It provides information to the user via the Serial Monitor, indicating the status of the connection attempt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9B2A3-63D1-77B6-C14B-46752D4BE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2340" y="2219448"/>
            <a:ext cx="4920586" cy="241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6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updates its fields every 1 minute.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There are 2 fields: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number of occupants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status of light (if ON/1 or OFF/0)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E012A-C529-9FB1-C58C-999CC0FF4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5216" y="1783188"/>
            <a:ext cx="5441290" cy="214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439A3A-0FC1-BD00-A2F6-ABB7A6C1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223854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No People: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no lights are turned 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LCD also specified that the person count is at 0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outputs the number of occupants = 0, and the status of the lights = OFF (0).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If exit sensor detects something despite no one in the room, a prompt shows that nine spaces are available.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FA07D-9F6C-32DF-A314-3248407AC3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804"/>
          <a:stretch/>
        </p:blipFill>
        <p:spPr>
          <a:xfrm>
            <a:off x="6775484" y="837515"/>
            <a:ext cx="4678084" cy="2344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FC3B89-1BB6-12D4-1494-00FBBF8064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538"/>
          <a:stretch/>
        </p:blipFill>
        <p:spPr>
          <a:xfrm>
            <a:off x="6679711" y="3056427"/>
            <a:ext cx="4908874" cy="28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439A3A-0FC1-BD00-A2F6-ABB7A6C1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223854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1-4 People: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three green lights are turned 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also displays the number of occupants accordingly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status of the light is now 1 or ON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5-8 People: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three yellow lights are turned 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person count in the LCD and the number of occupants in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is updated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55D05-41CF-A4B7-FF04-225523143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138" y="1087527"/>
            <a:ext cx="4374305" cy="2443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C52F61-A93A-6BE2-CBC8-B9AAEAA38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559" y="3601039"/>
            <a:ext cx="4099461" cy="24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8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IoT-based Building System</a:t>
            </a:r>
            <a:endParaRPr lang="en-P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439A3A-0FC1-BD00-A2F6-ABB7A6C1C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Max Occupants/9 People: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the red LEDs are now ON and all of the LEDs are 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also shows the number of people, which is 9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LCD shows 9 in the person count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If people try to enter, a maximum occupancy has been reached prompt is shown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B9E8BC-798C-738A-D8BC-6FD6A114E9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907"/>
          <a:stretch/>
        </p:blipFill>
        <p:spPr>
          <a:xfrm>
            <a:off x="6859571" y="1150604"/>
            <a:ext cx="5043992" cy="2551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41A621-9B9C-72E0-E270-EBD80E48E6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228" r="153"/>
          <a:stretch/>
        </p:blipFill>
        <p:spPr>
          <a:xfrm>
            <a:off x="7331562" y="3429000"/>
            <a:ext cx="4572001" cy="269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8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The IoT-based Building System functions by: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Usd1() and usd2() were created to activate the ultrasonic distance sensors</a:t>
            </a:r>
          </a:p>
          <a:p>
            <a:pPr lvl="2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Entry sensor will increment the number of occupants</a:t>
            </a:r>
          </a:p>
          <a:p>
            <a:pPr lvl="2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Exit sensor decrements it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LCD simply prints the max occupancy and the current person count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LEDs turns ON based on ranges 0, 1-4, 5-8, and 9</a:t>
            </a:r>
            <a:endParaRPr lang="en-PH" sz="28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second objective was achieved by: 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connecting the ESP8266 with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using Arduino IDE codes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synchronizing the ultrasonic distance sensor inputs with the outputs in the LCD and LEDs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implementation was accurate, since it regularly broadcasts the number of occupants and light status every minute. 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Therefore, the IoT-based Building System was successfully developed, with accurate sensor readings and clear LCD and LED outputs.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Props1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4505</TotalTime>
  <Words>779</Words>
  <Application>Microsoft Office PowerPoint</Application>
  <PresentationFormat>Widescreen</PresentationFormat>
  <Paragraphs>110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Open Sans</vt:lpstr>
      <vt:lpstr>Segoe UI</vt:lpstr>
      <vt:lpstr>Wingdings</vt:lpstr>
      <vt:lpstr>2_Office Theme</vt:lpstr>
      <vt:lpstr>IOT-BASED BUILDING SYSTEM</vt:lpstr>
      <vt:lpstr>Introduction: IoT-based Building System</vt:lpstr>
      <vt:lpstr>Objectives</vt:lpstr>
      <vt:lpstr>Materials</vt:lpstr>
      <vt:lpstr>Materials</vt:lpstr>
      <vt:lpstr>Discussion: IoT-based Water Monitoring System</vt:lpstr>
      <vt:lpstr>Discussion: IoT-based Building System</vt:lpstr>
      <vt:lpstr>Discussion: IoT-based Building System</vt:lpstr>
      <vt:lpstr>Discussion: IoT-based Building System</vt:lpstr>
      <vt:lpstr>Discussion: IoT-based Building System</vt:lpstr>
      <vt:lpstr>Discussion: IoT-based Building System</vt:lpstr>
      <vt:lpstr>Results: IoT-based Building System</vt:lpstr>
      <vt:lpstr>Results: IoT-based Building System</vt:lpstr>
      <vt:lpstr>Results: IoT-based Building System</vt:lpstr>
      <vt:lpstr>Conclusion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352</cp:revision>
  <dcterms:created xsi:type="dcterms:W3CDTF">2020-06-10T07:30:38Z</dcterms:created>
  <dcterms:modified xsi:type="dcterms:W3CDTF">2024-04-04T06:46:12Z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